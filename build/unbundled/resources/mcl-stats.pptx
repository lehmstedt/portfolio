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1" r:id="rId9"/>
    <p:sldId id="269" r:id="rId10"/>
    <p:sldId id="262" r:id="rId11"/>
    <p:sldId id="265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6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021" autoAdjust="0"/>
  </p:normalViewPr>
  <p:slideViewPr>
    <p:cSldViewPr snapToGrid="0">
      <p:cViewPr>
        <p:scale>
          <a:sx n="100" d="100"/>
          <a:sy n="100" d="100"/>
        </p:scale>
        <p:origin x="2550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C0DD4-D628-4A29-813C-7D7F9ADD91AD}" type="datetimeFigureOut">
              <a:rPr lang="fr-FR" smtClean="0"/>
              <a:t>05/08/2016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C2C2B-95AA-40CC-A5FE-A311842557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762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SFDN,</a:t>
            </a:r>
            <a:r>
              <a:rPr lang="fr-FR" baseline="0" dirty="0"/>
              <a:t> </a:t>
            </a:r>
            <a:r>
              <a:rPr lang="fr-FR" baseline="0" dirty="0" err="1"/>
              <a:t>start</a:t>
            </a:r>
            <a:r>
              <a:rPr lang="fr-FR" baseline="0" dirty="0"/>
              <a:t> up lavalloise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674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Mon coach légumes</a:t>
            </a:r>
            <a:r>
              <a:rPr lang="fr-FR" baseline="0" dirty="0"/>
              <a:t> : site et application de coaching jardinage interactif, potager virtuel</a:t>
            </a:r>
          </a:p>
          <a:p>
            <a:r>
              <a:rPr lang="fr-FR" baseline="0" dirty="0"/>
              <a:t>Application : mises à jour de stabilité, intégration de pub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Statistiques : sous section de la console, focus de la soutenance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8280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Composants </a:t>
            </a:r>
            <a:r>
              <a:rPr lang="fr-FR" dirty="0" err="1"/>
              <a:t>Polymer</a:t>
            </a:r>
            <a:r>
              <a:rPr lang="fr-FR" dirty="0"/>
              <a:t> de base, page avec système</a:t>
            </a:r>
            <a:r>
              <a:rPr lang="fr-FR" baseline="0" dirty="0"/>
              <a:t> d’onglets pour ne pas surcharger la page (une stat par onglet) et faciliter </a:t>
            </a:r>
            <a:r>
              <a:rPr lang="fr-FR" baseline="0" dirty="0" err="1"/>
              <a:t>screenshots</a:t>
            </a:r>
            <a:r>
              <a:rPr lang="fr-FR" baseline="0" dirty="0"/>
              <a:t> (taille et contenu) = objectif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10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</a:t>
            </a:r>
            <a:r>
              <a:rPr lang="fr-FR" baseline="0" dirty="0"/>
              <a:t> démarrage module : requêtes des nouvelles données et récup depuis CSV</a:t>
            </a:r>
          </a:p>
          <a:p>
            <a:r>
              <a:rPr lang="fr-FR" baseline="0" dirty="0"/>
              <a:t>Mise à jour manuelle : écriture en CSV des dernières données requêtées, et nouvelle récup CSV</a:t>
            </a:r>
          </a:p>
          <a:p>
            <a:r>
              <a:rPr lang="fr-FR" baseline="0" dirty="0"/>
              <a:t>Dès que données CSV récup, mise en forme et affichage</a:t>
            </a:r>
          </a:p>
          <a:p>
            <a:r>
              <a:rPr lang="fr-FR" baseline="0" dirty="0"/>
              <a:t>Avantage : écriture uniquement en cas de mise à jour volontaire = optimisation en écriture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791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Nombre carrés et comptes : reprise</a:t>
            </a:r>
            <a:r>
              <a:rPr lang="fr-FR" baseline="0" dirty="0"/>
              <a:t> des </a:t>
            </a:r>
            <a:r>
              <a:rPr lang="fr-FR" baseline="0" dirty="0" err="1"/>
              <a:t>stats</a:t>
            </a:r>
            <a:r>
              <a:rPr lang="fr-FR" baseline="0" dirty="0"/>
              <a:t> d’Arnaud</a:t>
            </a:r>
          </a:p>
          <a:p>
            <a:r>
              <a:rPr lang="fr-FR" baseline="0" dirty="0"/>
              <a:t>Nombre comptes par rapport à date antérieure : idem</a:t>
            </a:r>
          </a:p>
          <a:p>
            <a:r>
              <a:rPr lang="fr-FR" baseline="0" dirty="0"/>
              <a:t>Légumes plantés, récoltés : savoir si ajout d’un légume succès, savoir si utilisateurs vont au bout de la </a:t>
            </a:r>
            <a:r>
              <a:rPr lang="fr-FR" baseline="0" dirty="0" err="1"/>
              <a:t>demarche</a:t>
            </a:r>
            <a:r>
              <a:rPr lang="fr-FR" baseline="0" dirty="0"/>
              <a:t> = récoltes – pas de stockage</a:t>
            </a:r>
          </a:p>
          <a:p>
            <a:r>
              <a:rPr lang="fr-FR" baseline="0" dirty="0"/>
              <a:t>Nombre de carrés par compte : connaître comportement type d’un utilisateur, question de stabilité (pas trop de carrés par compte) : stable, moyenne autour de 1,1 carrés par compte</a:t>
            </a:r>
          </a:p>
          <a:p>
            <a:r>
              <a:rPr lang="fr-FR" baseline="0" dirty="0"/>
              <a:t>Types de comptes : savoir si utilisateurs abandonnent un type de connexion par rapport à un autre (constat : 3 fois plus de comptes mail par rapport à Facebook, tendance qui s’amplifie lentement)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545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requête par couple</a:t>
            </a:r>
            <a:r>
              <a:rPr lang="fr-FR" baseline="0" dirty="0"/>
              <a:t> donnée-date : requêtes rapides et indépendantes = clarté du traitement de l’information pour la suite</a:t>
            </a:r>
          </a:p>
          <a:p>
            <a:r>
              <a:rPr lang="fr-FR" baseline="0" dirty="0"/>
              <a:t>Sauf pour légumes plantés et récoltés : pas de stockage, donc pas de lien avec date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307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 rapport à donnée requêtée</a:t>
            </a:r>
            <a:r>
              <a:rPr lang="fr-FR" baseline="0" dirty="0"/>
              <a:t> (couple donnée-date), CSV pour légèreté et simplicité : </a:t>
            </a:r>
            <a:r>
              <a:rPr lang="fr-FR" baseline="0" dirty="0" err="1"/>
              <a:t>bdd</a:t>
            </a:r>
            <a:r>
              <a:rPr lang="fr-FR" baseline="0" dirty="0"/>
              <a:t> inutile</a:t>
            </a:r>
            <a:endParaRPr lang="fr-FR" dirty="0"/>
          </a:p>
          <a:p>
            <a:r>
              <a:rPr lang="fr-FR" dirty="0"/>
              <a:t>Récupération : récupération brute, sans</a:t>
            </a:r>
            <a:r>
              <a:rPr lang="fr-FR" baseline="0" dirty="0"/>
              <a:t> mise en forme, pour optimiser, car appel à chaque chargement de la page, car besoin des données pour affichage</a:t>
            </a:r>
          </a:p>
          <a:p>
            <a:r>
              <a:rPr lang="fr-FR" baseline="0" dirty="0"/>
              <a:t>Ecriture rapide : règle : ne garder que la dernière donnée du jour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136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Composant</a:t>
            </a:r>
            <a:r>
              <a:rPr lang="fr-FR" baseline="0" dirty="0"/>
              <a:t> de base : seul inconvénient, pas responsive donc rechargement à chaque appel de la tab associée</a:t>
            </a:r>
          </a:p>
          <a:p>
            <a:r>
              <a:rPr lang="fr-FR" baseline="0" dirty="0"/>
              <a:t>Mise en forme préalable grâce aux algorithmes de la page suivante…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822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Agrégation : parcours du</a:t>
            </a:r>
            <a:r>
              <a:rPr lang="fr-FR" baseline="0" dirty="0"/>
              <a:t> tableau brut par intervalle : si date testée est dans la semaine testée, stockage, sinon avancée de l’intervalle d’une semaine </a:t>
            </a:r>
          </a:p>
          <a:p>
            <a:r>
              <a:rPr lang="fr-FR" baseline="0" dirty="0"/>
              <a:t>Synchroniser ratios : prévenir l’incohérence des données (donnée de ratio par date pertinente si à la même date) : parcourir les deux tableaux bruts : quand une des deux dates antérieure, l’avancer d’un cran, quand deux dates similaires : enregistrer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819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Synthèse : </a:t>
            </a:r>
            <a:r>
              <a:rPr lang="fr-FR" dirty="0" err="1"/>
              <a:t>Polymer</a:t>
            </a:r>
            <a:r>
              <a:rPr lang="fr-FR" dirty="0"/>
              <a:t> + </a:t>
            </a:r>
            <a:r>
              <a:rPr lang="fr-FR" dirty="0" err="1"/>
              <a:t>ajax</a:t>
            </a:r>
            <a:r>
              <a:rPr lang="fr-FR" dirty="0"/>
              <a:t> + PHP +</a:t>
            </a:r>
            <a:r>
              <a:rPr lang="fr-FR" dirty="0" err="1"/>
              <a:t>bdd</a:t>
            </a:r>
            <a:r>
              <a:rPr lang="fr-FR" dirty="0"/>
              <a:t> + </a:t>
            </a:r>
            <a:r>
              <a:rPr lang="fr-FR" dirty="0" err="1"/>
              <a:t>javascript</a:t>
            </a:r>
            <a:endParaRPr lang="fr-FR" dirty="0"/>
          </a:p>
          <a:p>
            <a:r>
              <a:rPr lang="fr-FR" dirty="0" err="1"/>
              <a:t>Stats</a:t>
            </a:r>
            <a:r>
              <a:rPr lang="fr-FR" dirty="0"/>
              <a:t> uniques à Mon Coach Légumes et complémentaires</a:t>
            </a:r>
            <a:r>
              <a:rPr lang="fr-FR" baseline="0" dirty="0"/>
              <a:t> de Google </a:t>
            </a:r>
            <a:r>
              <a:rPr lang="fr-FR" baseline="0" dirty="0" err="1"/>
              <a:t>Analytics</a:t>
            </a:r>
            <a:r>
              <a:rPr lang="fr-FR" baseline="0" dirty="0"/>
              <a:t> : temps réel des connexions vs étude journalière de données spécifiques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C2C2B-95AA-40CC-A5FE-A3118425573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06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7B4A-65EF-4D1F-9FDC-2529F9606927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ED485-B817-448E-AF1E-46C9462567D9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600" y="0"/>
            <a:ext cx="2520400" cy="120419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858" y="5756735"/>
            <a:ext cx="2493142" cy="110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7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81FF1-E444-4BD8-964E-ED28FA6027EF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90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DDFA-6A22-4B20-A19C-2A60CF09EA08}" type="datetime1">
              <a:rPr lang="fr-FR" smtClean="0"/>
              <a:t>05/08/2016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31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7E1E3-4B09-4F9D-9323-45619462C475}" type="datetime1">
              <a:rPr lang="fr-FR" smtClean="0"/>
              <a:t>05/08/2016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68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4BD8-AC51-4805-8EC7-A354E8B8F7FA}" type="datetime1">
              <a:rPr lang="fr-FR" smtClean="0"/>
              <a:t>05/08/2016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13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3391-2F11-4E84-91AC-9A8BC3B32CA8}" type="datetime1">
              <a:rPr lang="fr-FR" smtClean="0"/>
              <a:t>05/08/2016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84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C0705-58B5-4070-ADAF-E71D7AFF1037}" type="datetime1">
              <a:rPr lang="fr-FR" smtClean="0"/>
              <a:t>05/08/2016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62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F941-1287-44AA-9C6E-42D7CC79DE0C}" type="datetime1">
              <a:rPr lang="fr-FR" smtClean="0"/>
              <a:t>05/08/2016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082F-E4CD-42AA-AD1A-B61C257DF3A9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49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1592-F0AA-4476-94BF-1BE4F94F1295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0816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C9BD-47DA-4C94-89C1-5A8D14225774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861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0C016-78D1-43B5-8F85-5DE235DBE30B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969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D9FE-8AE5-4D3E-A667-4407EE48C946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71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A339-19B4-481B-AB8B-94310FA73544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100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C25A4-2B4B-431F-98A5-C347BA40B81D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7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288BD-63EF-4C8D-A10D-FC4D0DEE3C28}" type="datetime1">
              <a:rPr lang="fr-FR" smtClean="0"/>
              <a:t>05/08/2016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Sébastien Lehmstedt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565899-F4D7-4B2C-831B-156118546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76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Stage technique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Développement web et Android</a:t>
            </a:r>
          </a:p>
          <a:p>
            <a:r>
              <a:rPr lang="fr-FR" dirty="0"/>
              <a:t>Société Française de Développement numérique</a:t>
            </a:r>
          </a:p>
          <a:p>
            <a:r>
              <a:rPr lang="fr-FR" dirty="0"/>
              <a:t>11 avril – 12 août 2016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354" y="211080"/>
            <a:ext cx="4023181" cy="177711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003" y="211080"/>
            <a:ext cx="34290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5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L’entreprise</a:t>
            </a:r>
          </a:p>
          <a:p>
            <a:r>
              <a:rPr lang="fr-FR" dirty="0"/>
              <a:t>Les missions</a:t>
            </a:r>
          </a:p>
          <a:p>
            <a:r>
              <a:rPr lang="fr-FR" dirty="0"/>
              <a:t>Conclusion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393302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L’entreprise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Société Française de développement numérique</a:t>
            </a:r>
          </a:p>
          <a:p>
            <a:r>
              <a:rPr lang="fr-FR" dirty="0"/>
              <a:t>Créée en janvier 2015 par Arnaud </a:t>
            </a:r>
            <a:r>
              <a:rPr lang="fr-FR" dirty="0" err="1"/>
              <a:t>Caillon</a:t>
            </a:r>
            <a:r>
              <a:rPr lang="fr-FR" dirty="0"/>
              <a:t> et Rami Martin</a:t>
            </a:r>
          </a:p>
          <a:p>
            <a:r>
              <a:rPr lang="fr-FR" dirty="0"/>
              <a:t>Développement web et Android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396758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missions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Mon Coach Légumes ?</a:t>
            </a:r>
          </a:p>
          <a:p>
            <a:r>
              <a:rPr lang="fr-FR" dirty="0"/>
              <a:t>Application Android Mon Coach Légumes</a:t>
            </a:r>
          </a:p>
          <a:p>
            <a:r>
              <a:rPr lang="fr-FR" dirty="0"/>
              <a:t>Site web </a:t>
            </a:r>
            <a:r>
              <a:rPr lang="fr-FR" dirty="0" err="1"/>
              <a:t>AppZentor</a:t>
            </a:r>
            <a:endParaRPr lang="fr-FR" dirty="0"/>
          </a:p>
          <a:p>
            <a:r>
              <a:rPr lang="fr-FR" dirty="0"/>
              <a:t>Console d’administration Mon Coach Légumes – les statistiques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71876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Console d’administration Mon Coach Légumes – les statistiques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de l’interface</a:t>
            </a:r>
          </a:p>
          <a:p>
            <a:r>
              <a:rPr lang="fr-FR" dirty="0"/>
              <a:t>Structure générale</a:t>
            </a:r>
          </a:p>
          <a:p>
            <a:r>
              <a:rPr lang="fr-FR" dirty="0"/>
              <a:t>Choix des statistiques à développer</a:t>
            </a:r>
          </a:p>
          <a:p>
            <a:r>
              <a:rPr lang="fr-FR" dirty="0"/>
              <a:t>Requêtes en base de données</a:t>
            </a:r>
          </a:p>
          <a:p>
            <a:r>
              <a:rPr lang="fr-FR" dirty="0"/>
              <a:t>Récupération et stockage des données CSV</a:t>
            </a:r>
          </a:p>
          <a:p>
            <a:r>
              <a:rPr lang="fr-FR" dirty="0"/>
              <a:t>Affichage des données</a:t>
            </a:r>
          </a:p>
          <a:p>
            <a:r>
              <a:rPr lang="fr-FR" dirty="0"/>
              <a:t>Mise en forme des données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278663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l’interface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17" y="1356719"/>
            <a:ext cx="7944152" cy="4468585"/>
          </a:xfr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340929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générale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574" y="1238250"/>
            <a:ext cx="6793318" cy="4803112"/>
          </a:xfrm>
        </p:spPr>
      </p:pic>
    </p:spTree>
    <p:extLst>
      <p:ext uri="{BB962C8B-B14F-4D97-AF65-F5344CB8AC3E}">
        <p14:creationId xmlns:p14="http://schemas.microsoft.com/office/powerpoint/2010/main" val="264310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statistiques à développer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Nombre de comptes et de carrés en fonction du temps</a:t>
            </a:r>
          </a:p>
          <a:p>
            <a:r>
              <a:rPr lang="fr-FR" dirty="0"/>
              <a:t>Nombre de comptes par rapport à une date antérieure</a:t>
            </a:r>
          </a:p>
          <a:p>
            <a:r>
              <a:rPr lang="fr-FR" dirty="0"/>
              <a:t>Légumes plantés et récoltés</a:t>
            </a:r>
          </a:p>
          <a:p>
            <a:r>
              <a:rPr lang="fr-FR" dirty="0"/>
              <a:t>Nombre de carrés par compte</a:t>
            </a:r>
          </a:p>
          <a:p>
            <a:r>
              <a:rPr lang="fr-FR" dirty="0"/>
              <a:t>Types de comptes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110172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Requêtes en base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requête par couple donnée-date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1996907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Récupération et stockage des données CSV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Service minimal = optimisation des performances</a:t>
            </a:r>
          </a:p>
          <a:p>
            <a:r>
              <a:rPr lang="fr-FR" dirty="0"/>
              <a:t>Choix du format : CSV, simplicité et performance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3666597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Affichage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composant </a:t>
            </a:r>
            <a:r>
              <a:rPr lang="fr-FR" dirty="0" err="1"/>
              <a:t>Polymer</a:t>
            </a:r>
            <a:r>
              <a:rPr lang="fr-FR" dirty="0"/>
              <a:t> Google-Chart</a:t>
            </a:r>
          </a:p>
          <a:p>
            <a:r>
              <a:rPr lang="fr-FR" dirty="0"/>
              <a:t>Format de données : tableau, très simple, nécessite mise en forme préalable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159977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forme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Agrégation des données par semaine avec Moment.js : parcours de la donnée par un intervalle d’une semaine</a:t>
            </a:r>
          </a:p>
          <a:p>
            <a:r>
              <a:rPr lang="fr-FR" dirty="0"/>
              <a:t>Ratios : nécessité de synchroniser dates des deux tableaux d’origine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1282411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Synthèse du projet de la console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Sébastien Lehmstedt</a:t>
            </a:r>
          </a:p>
        </p:txBody>
      </p:sp>
    </p:spTree>
    <p:extLst>
      <p:ext uri="{BB962C8B-B14F-4D97-AF65-F5344CB8AC3E}">
        <p14:creationId xmlns:p14="http://schemas.microsoft.com/office/powerpoint/2010/main" val="41442873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889</TotalTime>
  <Words>738</Words>
  <Application>Microsoft Office PowerPoint</Application>
  <PresentationFormat>Grand écran</PresentationFormat>
  <Paragraphs>94</Paragraphs>
  <Slides>13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Facette</vt:lpstr>
      <vt:lpstr>Stage technique</vt:lpstr>
      <vt:lpstr>Sommaire</vt:lpstr>
      <vt:lpstr>L’entreprise</vt:lpstr>
      <vt:lpstr>Les missions</vt:lpstr>
      <vt:lpstr>Console d’administration Mon Coach Légumes – les statistiques</vt:lpstr>
      <vt:lpstr>Présentation de l’interface</vt:lpstr>
      <vt:lpstr>Structure générale</vt:lpstr>
      <vt:lpstr>Choix des statistiques à développer</vt:lpstr>
      <vt:lpstr>Requêtes en base de données</vt:lpstr>
      <vt:lpstr>Récupération et stockage des données CSV</vt:lpstr>
      <vt:lpstr>Affichage des données</vt:lpstr>
      <vt:lpstr>Mise en forme des données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technique</dc:title>
  <dc:creator>Admin</dc:creator>
  <cp:lastModifiedBy>Admin</cp:lastModifiedBy>
  <cp:revision>29</cp:revision>
  <dcterms:created xsi:type="dcterms:W3CDTF">2016-07-29T12:04:50Z</dcterms:created>
  <dcterms:modified xsi:type="dcterms:W3CDTF">2016-08-05T15:44:54Z</dcterms:modified>
</cp:coreProperties>
</file>